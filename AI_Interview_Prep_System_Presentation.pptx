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822960"/>
            <a:ext cx="3291840" cy="329184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2286000" cy="2286000"/>
          </a:xfrm>
          <a:prstGeom prst="ellipse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55448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Interview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System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00584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Jadhav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·  [Department]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  ·  Academic Year: [Year]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web application that automates mock interview practice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resumes to extract skills; generates personalized questions via Google Gemini 2.0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voice-based answering with real-time speech-to-text transcription (AssemblyAI)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answers for technical accuracy, confidence, and communication quality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detailed per-question feedback and full-interview analysis after each session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868680"/>
            <a:ext cx="237744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29400" y="1216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691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2940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9400" y="2587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54864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326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access to realistic, personalized mock interview practice before placements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41248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41248"/>
            <a:ext cx="54864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326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64408" y="1298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offer generic questions unrelated to the candidate's actual skillset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841248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841248"/>
            <a:ext cx="54864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9326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48" y="1298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immediate, detailed feedback on technical accuracy or communication skills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542032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37360" y="2542032"/>
            <a:ext cx="54864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26334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47088" y="29992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interview scheduling is time-consuming for both students and mentors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542032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542032"/>
            <a:ext cx="54864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6334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81728" y="29992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practice is rarely available in free or academic-grade tools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Aim: Build an intelligent, automated interview practice platform that evaluates candidates based on their resume skills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resume parsing to extract technical and domain skills accurately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role-relevant interview questions using Generative AI (Gemini 2.0)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voice-based answering with real-time speech recognition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answers across confidence, technical depth, and communication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feedback with an overall performance score (1–10)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interview history to enable continuous self-improvement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85876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 upload and NLP skill extraction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skill-based interview questions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transcription (AssemblyAI)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and full-interview AI evaluation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historical interview results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access — no installation required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98448"/>
            <a:ext cx="385876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PDF resumes only for direct upload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depends on Gemini API availability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transcription requires internet connectivity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may not fully replicate human judgment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optimized for mobile browsers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Existing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41248"/>
            <a:ext cx="54864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mock interviews. No AI evaluation or resume-based question personalization.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37360"/>
            <a:ext cx="54864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Cake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121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coding challenges only. No voice support, no real-time feedback.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33472"/>
            <a:ext cx="54864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Mock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DSA problems only. No communication or soft-skills assessment.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9584"/>
            <a:ext cx="54864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tool. Expensive, complex setup — no student or free-tier access.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No existing tool combines resume parsing + AI evaluation + voice practice in a single free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5361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5361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161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508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+ spaCy NLP extracts tech skills matched against a curated SKILLS_DB of 100+ technologies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60520" cy="15361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15361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161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01184" y="1508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generates context-aware, skill-specific questions with a keyword-based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4160520" cy="15361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70632"/>
            <a:ext cx="64008" cy="15361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Answers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" y="32278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STT via AssemblyAI WebSocket; combines voice transcript with typed supplements intelligently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70632"/>
            <a:ext cx="4160520" cy="15361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770632"/>
            <a:ext cx="64008" cy="15361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01184" y="32278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each answer for confidence, technical depth, and communication; delivers full post-interview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87552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499616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 via web 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645920"/>
            <a:ext cx="1828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41248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987552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99616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parser extracts skills; matched vs. SKILLS_DB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645920"/>
            <a:ext cx="1828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841248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987552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1499616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creates 5–7 personalized questions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980944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9992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34930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(STT) or typed input; combined automatically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3639312"/>
            <a:ext cx="1828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83464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980944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94760" y="29992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4930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scores each answer; full analysis at 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639312"/>
            <a:ext cx="1828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83464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2980944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0" y="29992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0488" y="34930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feedback, and improvement areas displayed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Python · Flask · Google Gemini 2.0 · AssemblyAI · MongoDB · HTML / CSS / JavaScript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  ·  CSS3  ·  JavaScript  ·  interview.js  ·  whisper_transcription.js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1645920"/>
            <a:ext cx="4572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83080"/>
            <a:ext cx="85039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 ·  Auth BP  ·  Resume BP  ·  Interview BP  ·  Transcription BP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4572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743200"/>
            <a:ext cx="8503920" cy="8046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Service  ·  VAPI Service  ·  AssemblyAI Transcription Service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53128" y="3566160"/>
            <a:ext cx="4572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03320"/>
            <a:ext cx="8503920" cy="804672"/>
          </a:xfrm>
          <a:prstGeom prst="rect">
            <a:avLst/>
          </a:prstGeom>
          <a:solidFill>
            <a:srgbClr val="FDF4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05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·  users collection  ·  interview_runs collection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 User → Flask Routes → Services → AI / DB → JSON Response → Browser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517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265176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8229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325880"/>
            <a:ext cx="243230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+ Flask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API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 WebSocket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(TTS / STT fallback)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229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Built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325880"/>
            <a:ext cx="243230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+ NLP skill parser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generator (Gemini)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transcription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AI evaluator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interview batch analysis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dashboard with scores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822960"/>
            <a:ext cx="265176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8229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1325880"/>
            <a:ext cx="243230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MVC-lite (Flask Blueprints)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Session-first state management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AI API degradation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(Flask-Login + bcrypt)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JSON API responses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handlers (400/404/500)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78408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905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18872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extracted: Python, Flask, MongoDB, REST APIs, NLP, JavaScript, etc.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63677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773936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9842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targeted, skill-specific questions generated per interview session via Gemini 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3230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569464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2496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Transcription: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277977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 appears as user speaks; merged with typed input automatically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22783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364992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Score: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57530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80%  ·  Technical: 75%  ·  Communication: 85%  ·  Overall: 8.0 / 10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160520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Interview Report: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" y="437083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scores, identified strengths, areas to improve, and actionable feedback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personalized — questions generated from each user's own resume skills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 / 7 — practice anytime without scheduling a human interviewer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 — voice and typed answers combined intelligently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feedback — detailed scoring immediately after every answer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— open-source stack with free API tiers; accessible to all students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— interview history stored for continuous improvement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system — graceful fallback when AI APIs are unavailable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Placement Prep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" y="12435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students preparing for company-specific technical and HR interview rounds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Bootcamp Graduates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1184" y="12435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graduates practicing before their first job applications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57984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57984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2494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Hiring Screening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" y="2578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first-round screening before a human interviewer engages the candidate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57984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57984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2494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Training Tool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2578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HR staff to understand AI-based evaluation criteria and scoring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9300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93008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35844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" y="39136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upskilling and rehearsing for interviews in a new domain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49300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493008"/>
            <a:ext cx="64008" cy="1170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5844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01184" y="39136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 for NLP research on interview scoring and candidate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41248"/>
            <a:ext cx="118872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024128"/>
            <a:ext cx="7086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DOCX and LinkedIn profile import for skill extraction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interview difficulty levels: Beginner / Intermediate / Advanced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67128"/>
            <a:ext cx="118872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67128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350008"/>
            <a:ext cx="7086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video recording and emotion / facial expression analysis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and competitive mock interview mode between peers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493008"/>
            <a:ext cx="118872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93008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675888"/>
            <a:ext cx="7086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templates (Google, Amazon, TCS, Infosys formats)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with offline mode for basic practice sessions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has strong potential to grow into a full AI hiring assistant for enterprises and institutions.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full-stack AI-powered interview preparation web application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Google Gemini 2.0, AssemblyAI, and MongoDB for an end-to-end intelligent pipeline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questions, real-time voice support, and instant feedback differentiate the system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 real gap in accessible, high-quality interview practice tools for students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production-ready use of modern AI APIs within a Flask MVC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Interview Preparation System  ·  Omkar Jadhav  ·  [Academic Year]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462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 (2024). Gemini API Documentation. Google AI for Developers. https://ai.google.dev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AssemblyAI. (2024). Real-Time Speech-to-Text Streaming API. https://www.assemblyai.com/docs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Inc. (2024). MongoDB Atlas Documentation. https://www.mongodb.com/docs/atlas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Projects. (2024). Flask Web Framework Documentation. https://flask.palletsprojects.com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Honnibal, M. &amp; Montani, I. (2017). spaCy: Industrial-strength Natural Language Processing. Explosion AI.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VAPI. (2024). Voice AI Platform API Documentation. https://docs.vapi.ai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(2017). Attention Is All You Need. Advances in Neural Information Processing Systems.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express our sincere gratitude to all those who supported and guided this project: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481328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constant guidance, technical direction, and valuable feedback throughout the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85039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322576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providing academic infrastructure, lab facilities, and a learning environment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[HOD Name]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467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Department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3163824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motivating innovative projects and research initiatives among students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953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Friends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87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4005072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continuous encouragement and moral support during project development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274320"/>
            <a:ext cx="4023360" cy="4023360"/>
          </a:xfrm>
          <a:prstGeom prst="ellipse">
            <a:avLst/>
          </a:prstGeom>
          <a:solidFill>
            <a:srgbClr val="1228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0" y="822960"/>
            <a:ext cx="2926080" cy="2926080"/>
          </a:xfrm>
          <a:prstGeom prst="ellipse">
            <a:avLst/>
          </a:prstGeom>
          <a:solidFill>
            <a:srgbClr val="16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325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3434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Interview Preparation System  ·  Omkar Jadhav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Interview Preparation System</dc:title>
  <dc:subject>PptxGenJS Presentation</dc:subject>
  <dc:creator>Omkar Jadhav</dc:creator>
  <cp:lastModifiedBy>Omkar Jadhav</cp:lastModifiedBy>
  <cp:revision>1</cp:revision>
  <dcterms:created xsi:type="dcterms:W3CDTF">2026-04-04T15:45:17Z</dcterms:created>
  <dcterms:modified xsi:type="dcterms:W3CDTF">2026-04-04T15:45:17Z</dcterms:modified>
</cp:coreProperties>
</file>