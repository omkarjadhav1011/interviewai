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2633472" cy="12710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360" y="493776"/>
            <a:ext cx="9061704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</a:rPr>
              <a:t>Kolhapur Institute of Technology’s College of Engineering       (Empowered Autonomous)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8336" y="2249424"/>
            <a:ext cx="696772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Times New Roman"/>
              </a:rPr>
              <a:t>A  Project Phase-II Presentation on :-    “AI-Powered Mock Interview Platform”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Times New Roman"/>
              </a:rPr>
              <a:t>Presented By: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Times New Roman"/>
              </a:rPr>
              <a:t>Under Guidance of: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[Team Member 1]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[Team Member 2]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</a:rPr>
              <a:t>[Team Member 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617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Times New Roman"/>
              </a:rPr>
              <a:t>[Guide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6355080"/>
            <a:ext cx="691286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Department of Computer Science and Engineering(AIML/DS)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2264" y="347472"/>
            <a:ext cx="7955279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002060"/>
                </a:solidFill>
                <a:latin typeface="Times New Roman"/>
              </a:rP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5120640" cy="5120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INTRODUCTION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LITERATURE REVIEW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LIMITATIONS OF EXISTING SYSTEMS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PROBLEM STATEMENT &amp; OBJECTIVES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SYSTEM ARCHITECTURE FOR THE PROPOSED FRAMEWORK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IMPLEMENTED MODULES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ALGORITHMS USED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SYSTEM DESIGN DIAGRAMS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DEVELOPMENT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120640" cy="5120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CLASSES &amp; LIBRARIES USED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IMPLEMENTATION STEPS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ANALYSIS PARAMETERS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RESULTS &amp; DISCUSSION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OBSERVATIONS &amp; FINDINGS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CONCLUSION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FUTURE WORK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PAPERS PUBLISHED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■ 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Project Title: AI-Powered Mock Interview Platform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AI-driven mock interview platform with resume parsing, adaptive Gemini-generated questions, real-time AssemblyAI transcription, and automated scoring.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Aims to deliver an end-to-end, working solution that addresses a clearly defined problem in the chosen domain.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Developed as part of the academic curriculum to demonstrate practical application of engineering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Reviewed recent peer-reviewed publications and conference papers relevant to the project domain.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Studied existing methodologies, tools, and frameworks used to solve similar problems.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Identified prevailing techniques, their strengths, and key limitations.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Insights from the literature directly informed the design choices in the proposed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LIMITATIONS OF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Existing systems often suffer from limited scalability and high operational cost.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Lack of integration with modern technologies leads to reduced accuracy and reliability.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Manual processes increase turnaround time and human error.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Insufficient automation and analytics in current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Problem Statement: Design and develop “AI-Powered Mock Interview Platform” to overcome the limitations identified in existing systems.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Objective 1: Provide an automated, reliable, and user-friendly solution.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Objective 2: Ensure the system is scalable, maintainable, and extensible.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Objective 3: Validate the system through systematic testing and performance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002060"/>
                </a:solidFill>
                <a:latin typeface="Times New Roman"/>
              </a:rPr>
              <a:t>SYSTEM ARCHITECTURE FOR THE PROPOSED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The proposed framework follows a modular, layered architecture.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Presentation layer interacts with users; service layer encapsulates core logic; data layer manages persistence.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Major modules in the codebase: app, cs_final_year_project, docs, output, tools.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Components communicate via well-defined interfaces, supporting independent development and testing.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IMPLEMENTED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Module: app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Module: cs_final_year_project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Module: docs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Module: output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Module: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ALGORITHMS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Algorithms and techniques are selected based on the problem domain and findings from the literature review.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Standard algorithms for data processing, validation, and transformation are employed across the modules.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Algorithmic choices are justified with respect to time complexity, accuracy, and suitability to input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SYSTEM DESIGN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Use Case Diagram: depicts interactions between actors and the system.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Class Diagram: shows core entities, attributes, and relationships.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Sequence Diagram: illustrates the flow of operations across modules.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Data-Flow Diagram: outlines how data moves through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Operating System: Windows / Linux (development &amp; deployment).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Languages &amp; Frameworks: Python, HTML, JavaScript, CSS, Flask, MongoDB.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IDE / Editors: Visual Studio Code, PyCharm, or equivalent.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Version Control: Git, with a remote repository for collaboration.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CLASSES &amp; LIBRARIES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Key technologies in use: Python, HTML, JavaScript, CSS, Flask, MongoDB.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Notable libraries: assemblyai, bcrypt, flask, flask-login, google-generativeai, gunicorn, pymongo, pymupdf.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Each library is chosen based on community support, documentation, and licensing compatibility.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IMPLEMENTATION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Step 1: Requirement gathering and finalization of system scope.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Step 2: System design — architecture, data model, and module breakdown.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Step 3: Environment setup and dependency configuration.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Step 4: Implementation of core modules following the agreed design.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Step 5: Integration of modules and end-to-end testing.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Step 6: Performance evaluation, debugging, and refinement.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ANALYSIS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Accuracy: correctness of the system output against ground truth.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Precision, Recall, F1-Score: measure relevance and completeness of results.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Response Time: latency of core operations under representative load.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Scalability: behaviour with increasing data volume / users.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Usability: clarity and ease of use of the user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The implemented system meets the defined objectives across the evaluated parameters.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Quantitative metrics show measurable improvement over the baseline / existing approach.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Test runs across diverse inputs confirm the robustness of the solution.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Visualizations and tables (in the project report) summarise the experimental results in detail.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OBSERVATIONS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The chosen architecture supports clean separation of concerns and easier debugging.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Performance scales well within the tested input range.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Edge cases identified during testing have been documented and addressed.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Findings validate the design hypotheses presented in the project proposal.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The project “AI-Powered Mock Interview Platform” has been successfully designed, implemented, and evaluated.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All initially stated objectives have been satisfied within the defined scope.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The system demonstrates the practical applicability of the techniques studied during the project.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Outcomes provide a strong foundation for future enhancements and research extensions.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Extend the system with additional features identified during user evaluation.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Improve performance by exploring more advanced algorithms / optimisations.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Deploy the system on cloud infrastructure for higher availability and scale.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Integrate continuous monitoring and analytics for real-time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PAPERS 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Paper Title: (To be updated by the team)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Authors: (Team members and project guide)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Conference / Journal: (Name, year, indexing)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Status: Submitted / Under Review / Accepted / Published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10312"/>
            <a:ext cx="1911095" cy="9235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47472"/>
            <a:ext cx="9601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[1] Author, “Title of the work,” Journal/Conference, Year.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[2] Author, “Title of the work,” Journal/Conference, Year.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[3] Author, “Title of the work,” Journal/Conference, Year.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[4] Author, “Title of the work,” Journal/Conference, Year.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■  Note: Replace these entries with the actual references cited in the project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9104" y="6172200"/>
            <a:ext cx="566928" cy="393192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  <p:transition xmlns:ns0="http://schemas.microsoft.com/office/powerpoint/2010/main" spd="med" advClick="1" xml:space="preserve" ns0:dur="7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